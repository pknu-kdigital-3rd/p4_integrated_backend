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. 개발 환경" id="{9e49313f-7f7a-396b-c80b-ba09fc56d7b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4차 프로젝트 결과 보고서 2.1, 표 4. 로고가 없는 기술(PostGIS, Pion, CameraX, OkHttp)은 기술 열에 이름만 표기. Coturn은 공식 로고가 없어 회색 TURN 배지로 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slideLayout" Target="../slideLayouts/slideLayout2.xml"/><Relationship Id="rId2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2.1 개발 언어 및 기술 스택</a:t>
            </a:r>
            <a:endParaRPr lang="en-US" sz="3200" dirty="0"/>
          </a:p>
        </p:txBody>
      </p:sp>
      <p:sp>
        <p:nvSpPr>
          <p:cNvPr id="3" name="Caption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표 4. 서비스별 개발 기술</a:t>
            </a:r>
            <a:endParaRPr lang="en-US" sz="1200" dirty="0"/>
          </a:p>
        </p:txBody>
      </p:sp>
      <p:graphicFrame>
        <p:nvGraphicFramePr>
          <p:cNvPr id="2" name="TechStack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3566160"/>
                <a:gridCol w="36850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C95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95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C95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95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C95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95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C95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95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관제 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JavaScript, HTML/CSS, Leaflet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지도·워크스페이스·영상 연동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백엔드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TypeScript, Express 5, Prisma 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API, 인증, 업무 데이터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경로·추적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Python, FastAPI, OSM 도로 그래프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제한 판정·A*·위치 병합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미디어 릴레이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 1.22, Pion WebRTC v4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H.264 수신·전달·녹화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3.12, PyTorch, Ultralytics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분할·추적·거리 추정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단말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Kotlin, CameraX, WebRTC, OkHttp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카메라·GPS/IMU·운행 제어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저장소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PostgreSQL 17, PostGIS 3.5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업무·공간 데이터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객체 저장소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MinIO S3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녹화 영상 세그먼트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인프라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Docker Compose, Nginx, Coturn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컨테이너 실행·HTTPS·TURN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Logo 관제 웹 JavaScript" descr="JavaScr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883664"/>
            <a:ext cx="310896" cy="310896"/>
          </a:xfrm>
          <a:prstGeom prst="rect">
            <a:avLst/>
          </a:prstGeom>
        </p:spPr>
      </p:pic>
      <p:pic>
        <p:nvPicPr>
          <p:cNvPr id="6" name="Logo 관제 웹 HTML5" descr="HTML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883664"/>
            <a:ext cx="310896" cy="310896"/>
          </a:xfrm>
          <a:prstGeom prst="rect">
            <a:avLst/>
          </a:prstGeom>
        </p:spPr>
      </p:pic>
      <p:pic>
        <p:nvPicPr>
          <p:cNvPr id="7" name="Logo 관제 웹 CSS" descr="C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883664"/>
            <a:ext cx="310896" cy="310896"/>
          </a:xfrm>
          <a:prstGeom prst="rect">
            <a:avLst/>
          </a:prstGeom>
        </p:spPr>
      </p:pic>
      <p:pic>
        <p:nvPicPr>
          <p:cNvPr id="8" name="Logo 관제 웹 Leaflet" descr="Leaf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883664"/>
            <a:ext cx="310896" cy="310896"/>
          </a:xfrm>
          <a:prstGeom prst="rect">
            <a:avLst/>
          </a:prstGeom>
        </p:spPr>
      </p:pic>
      <p:pic>
        <p:nvPicPr>
          <p:cNvPr id="9" name="Logo 업무 백엔드 TypeScript" descr="TypeScrip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2395728"/>
            <a:ext cx="310896" cy="310896"/>
          </a:xfrm>
          <a:prstGeom prst="rect">
            <a:avLst/>
          </a:prstGeom>
        </p:spPr>
      </p:pic>
      <p:pic>
        <p:nvPicPr>
          <p:cNvPr id="10" name="Logo 업무 백엔드 Express" descr="Expre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2395728"/>
            <a:ext cx="310896" cy="310896"/>
          </a:xfrm>
          <a:prstGeom prst="rect">
            <a:avLst/>
          </a:prstGeom>
        </p:spPr>
      </p:pic>
      <p:pic>
        <p:nvPicPr>
          <p:cNvPr id="11" name="Logo 업무 백엔드 Prisma" descr="Prism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395728"/>
            <a:ext cx="310896" cy="310896"/>
          </a:xfrm>
          <a:prstGeom prst="rect">
            <a:avLst/>
          </a:prstGeom>
        </p:spPr>
      </p:pic>
      <p:pic>
        <p:nvPicPr>
          <p:cNvPr id="12" name="Logo 경로·추적 Python" descr="Pyth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3160" y="2907792"/>
            <a:ext cx="310896" cy="310896"/>
          </a:xfrm>
          <a:prstGeom prst="rect">
            <a:avLst/>
          </a:prstGeom>
        </p:spPr>
      </p:pic>
      <p:pic>
        <p:nvPicPr>
          <p:cNvPr id="13" name="Logo 경로·추적 FastAPI" descr="FastAP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0360" y="2907792"/>
            <a:ext cx="310896" cy="310896"/>
          </a:xfrm>
          <a:prstGeom prst="rect">
            <a:avLst/>
          </a:prstGeom>
        </p:spPr>
      </p:pic>
      <p:pic>
        <p:nvPicPr>
          <p:cNvPr id="14" name="Logo 경로·추적 OpenStreetMap" descr="OpenStreetMap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2907792"/>
            <a:ext cx="310896" cy="310896"/>
          </a:xfrm>
          <a:prstGeom prst="rect">
            <a:avLst/>
          </a:prstGeom>
        </p:spPr>
      </p:pic>
      <p:pic>
        <p:nvPicPr>
          <p:cNvPr id="15" name="Logo 미디어 릴레이 Go" descr="G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23160" y="3419856"/>
            <a:ext cx="310896" cy="310896"/>
          </a:xfrm>
          <a:prstGeom prst="rect">
            <a:avLst/>
          </a:prstGeom>
        </p:spPr>
      </p:pic>
      <p:pic>
        <p:nvPicPr>
          <p:cNvPr id="16" name="Logo 미디어 릴레이 WebRTC" descr="WebRTC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80360" y="3419856"/>
            <a:ext cx="310896" cy="310896"/>
          </a:xfrm>
          <a:prstGeom prst="rect">
            <a:avLst/>
          </a:prstGeom>
        </p:spPr>
      </p:pic>
      <p:pic>
        <p:nvPicPr>
          <p:cNvPr id="17" name="Logo 비전 Python" descr="Pyth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23160" y="3931920"/>
            <a:ext cx="310896" cy="310896"/>
          </a:xfrm>
          <a:prstGeom prst="rect">
            <a:avLst/>
          </a:prstGeom>
        </p:spPr>
      </p:pic>
      <p:pic>
        <p:nvPicPr>
          <p:cNvPr id="18" name="Logo 비전 PyTorch" descr="PyTorch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80360" y="3931920"/>
            <a:ext cx="310896" cy="310896"/>
          </a:xfrm>
          <a:prstGeom prst="rect">
            <a:avLst/>
          </a:prstGeom>
        </p:spPr>
      </p:pic>
      <p:pic>
        <p:nvPicPr>
          <p:cNvPr id="19" name="Logo 비전 Ultralytics" descr="Ultralytic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7560" y="3931920"/>
            <a:ext cx="310896" cy="310896"/>
          </a:xfrm>
          <a:prstGeom prst="rect">
            <a:avLst/>
          </a:prstGeom>
        </p:spPr>
      </p:pic>
      <p:pic>
        <p:nvPicPr>
          <p:cNvPr id="20" name="Logo 차량 단말 Kotlin" descr="Kotli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23160" y="4443984"/>
            <a:ext cx="310896" cy="310896"/>
          </a:xfrm>
          <a:prstGeom prst="rect">
            <a:avLst/>
          </a:prstGeom>
        </p:spPr>
      </p:pic>
      <p:pic>
        <p:nvPicPr>
          <p:cNvPr id="21" name="Logo 차량 단말 Android" descr="Android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80360" y="4443984"/>
            <a:ext cx="310896" cy="310896"/>
          </a:xfrm>
          <a:prstGeom prst="rect">
            <a:avLst/>
          </a:prstGeom>
        </p:spPr>
      </p:pic>
      <p:pic>
        <p:nvPicPr>
          <p:cNvPr id="22" name="Logo 차량 단말 WebRTC" descr="WebRTC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37560" y="4443984"/>
            <a:ext cx="310896" cy="310896"/>
          </a:xfrm>
          <a:prstGeom prst="rect">
            <a:avLst/>
          </a:prstGeom>
        </p:spPr>
      </p:pic>
      <p:pic>
        <p:nvPicPr>
          <p:cNvPr id="23" name="Logo 업무 저장소 PostgreSQL" descr="PostgreSQL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23160" y="4956048"/>
            <a:ext cx="310896" cy="310896"/>
          </a:xfrm>
          <a:prstGeom prst="rect">
            <a:avLst/>
          </a:prstGeom>
        </p:spPr>
      </p:pic>
      <p:pic>
        <p:nvPicPr>
          <p:cNvPr id="24" name="Logo 객체 저장소 MinIO" descr="MinIO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23160" y="5536692"/>
            <a:ext cx="1012811" cy="173736"/>
          </a:xfrm>
          <a:prstGeom prst="rect">
            <a:avLst/>
          </a:prstGeom>
        </p:spPr>
      </p:pic>
      <p:pic>
        <p:nvPicPr>
          <p:cNvPr id="25" name="Logo 인프라 Docker" descr="Docker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23160" y="5980176"/>
            <a:ext cx="310896" cy="310896"/>
          </a:xfrm>
          <a:prstGeom prst="rect">
            <a:avLst/>
          </a:prstGeom>
        </p:spPr>
      </p:pic>
      <p:pic>
        <p:nvPicPr>
          <p:cNvPr id="26" name="Logo 인프라 NGINX" descr="NGINX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80360" y="5980176"/>
            <a:ext cx="310896" cy="310896"/>
          </a:xfrm>
          <a:prstGeom prst="rect">
            <a:avLst/>
          </a:prstGeom>
        </p:spPr>
      </p:pic>
      <p:sp>
        <p:nvSpPr>
          <p:cNvPr id="27" name="Badge 인프라 Coturn (공식 로고 없음)"/>
          <p:cNvSpPr txBox="1"/>
          <p:nvPr/>
        </p:nvSpPr>
        <p:spPr>
          <a:xfrm>
            <a:off x="3337560" y="5980176"/>
            <a:ext cx="658368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TURN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4 Dev Environment">
  <a:themeElements>
    <a:clrScheme name="P4 Dev Environment">
      <a:dk1>
        <a:srgbClr val="1F2328"/>
      </a:dk1>
      <a:lt1>
        <a:srgbClr val="FFFFFF"/>
      </a:lt1>
      <a:dk2>
        <a:srgbClr val="57606A"/>
      </a:dk2>
      <a:lt2>
        <a:srgbClr val="F3F4F6"/>
      </a:lt2>
      <a:accent1>
        <a:srgbClr val="2F6FED"/>
      </a:accent1>
      <a:accent2>
        <a:srgbClr val="3DDC84"/>
      </a:accent2>
      <a:accent3>
        <a:srgbClr val="F2A541"/>
      </a:accent3>
      <a:accent4>
        <a:srgbClr val="C72E49"/>
      </a:accent4>
      <a:accent5>
        <a:srgbClr val="7F52FF"/>
      </a:accent5>
      <a:accent6>
        <a:srgbClr val="009688"/>
      </a:accent6>
      <a:hlink>
        <a:srgbClr val="2F6FED"/>
      </a:hlink>
      <a:folHlink>
        <a:srgbClr val="7F52FF"/>
      </a:folHlink>
    </a:clrScheme>
    <a:fontScheme name="P4 Dev Environmen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개발 환경 — 2.1 개발 언어 및 기술 스택</dc:title>
  <dc:subject>PptxGenJS Presentation</dc:subject>
  <dc:creator>PptxGenJS</dc:creator>
  <cp:lastModifiedBy>PptxGenJS</cp:lastModifiedBy>
  <cp:revision>1</cp:revision>
  <dcterms:created xsi:type="dcterms:W3CDTF">2026-10-05T08:52:09Z</dcterms:created>
  <dcterms:modified xsi:type="dcterms:W3CDTF">2026-10-05T08:52:09Z</dcterms:modified>
</cp:coreProperties>
</file>